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1325880"/>
            <a:ext cx="1371600" cy="5029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1828800"/>
            <a:ext cx="-731520" cy="8686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697480"/>
            <a:ext cx="-640080" cy="-13716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914400"/>
            <a:ext cx="822960" cy="822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881360" y="1417320"/>
            <a:ext cx="822960" cy="822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149840" y="2286000"/>
            <a:ext cx="822960" cy="822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TuneFlow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58368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Backend Performance Optimization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Hackathon: ACT II  ·  Unicorn Track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on Fireworks AI · served on AMD GPUs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tuning is still a manual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changes a connection pool size or a cache TTL, reruns a load test, eyeballs the numbers, and repeats — by hand, with no record of what was tried or why.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config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4160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3657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4297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a load 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16168" y="4160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4297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 the result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9368" y="4160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869680" y="3657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52560" y="4297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no record kept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TuneFlow  ·  AMD Developer Hackathon: ACT II — Unicorn Track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TuneFlow automates that whole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for backend performance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instead of suggesting code, it suggests — and proves — infrastructure configuration changes.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37260" y="3017520"/>
            <a:ext cx="1371600" cy="13716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real load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87752" y="34747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67812" y="3017520"/>
            <a:ext cx="1371600" cy="13716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18304" y="34747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98364" y="3017520"/>
            <a:ext cx="1371600" cy="13716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change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48856" y="34747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28916" y="3017520"/>
            <a:ext cx="1371600" cy="13716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1736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79408" y="34747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59468" y="3017520"/>
            <a:ext cx="1371600" cy="13716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continuously, against real k6 load tests and real metrics — never simulated numbers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TuneFlow  ·  AMD Developer Hackathon: ACT II — Unicorn Track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IMPLEMENTATION, NOT THE HEADLINE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specialized agents, coordinated through LangGraph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Agent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the initial configuration, then later proposes each targeted change.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178308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01168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2697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change, runs a real k6 load test, then diagnoses the bottleneck and holds veto power.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178308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18120" y="201168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Agent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18120" y="2697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the next targeted change, and revises it once if the Judge vetoes.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loop: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can reject an unsafe proposal; the Optimizer gets exactly one revision (code-enforced) before the system falls back to a safe default. A single-agent </a:t>
            </a:r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the identical workload in one model call per iteration — so the comparison isn't hypothetical.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TuneFlow  ·  AMD Developer Hackathon: ACT II — Unicorn Track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THE RECEIPTS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extra structure actually help?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local smoke-test runs (5 iterations, 30 VUs, same load pattern and config bounds) — not a hypothetical, not cherry-picked.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06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(single god-agent)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358ms  →  699ms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the entire run — never caught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257.6 → 97.0 → 34.6 → 32.0 → 52.1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raising query_timeout_ms (5000→10000ms) — masked the real problem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606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(Config + Judge + Optimizer)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spike caught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524ms  →  1586ms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diagnosis explicitly flagged “degrading”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Optimizer's next move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decreased query_timeout_ms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 move the baseline made facing the same tradeoff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TuneFlow  ·  AMD Developer Hackathon: ACT II — Unicorn Track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working stack — not a mockup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11480" cy="411480"/>
          </a:xfrm>
          <a:prstGeom prst="ellipse">
            <a:avLst/>
          </a:prstGeom>
          <a:solidFill>
            <a:srgbClr val="2D13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under test: users, products, orders, admin reconfigure endpoint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11680"/>
            <a:ext cx="411480" cy="411480"/>
          </a:xfrm>
          <a:prstGeom prst="ellipse">
            <a:avLst/>
          </a:prstGeom>
          <a:solidFill>
            <a:srgbClr val="2D13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load tests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k6, 50–200 concurrent VUs, mixed CRUD pattern — never simulated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611880"/>
            <a:ext cx="411480" cy="411480"/>
          </a:xfrm>
          <a:prstGeom prst="ellipse">
            <a:avLst/>
          </a:prstGeom>
          <a:solidFill>
            <a:srgbClr val="2D13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5478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tuning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023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/admin/reconfigure drains and recreates the DB pool in place, no restart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611880"/>
            <a:ext cx="411480" cy="411480"/>
          </a:xfrm>
          <a:prstGeom prst="ellipse">
            <a:avLst/>
          </a:prstGeom>
          <a:solidFill>
            <a:srgbClr val="2D13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35478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Postgres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Service-under-test DB and run-history persistence DB kept fully separate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212080"/>
            <a:ext cx="411480" cy="411480"/>
          </a:xfrm>
          <a:prstGeom prst="ellipse">
            <a:avLst/>
          </a:prstGeom>
          <a:solidFill>
            <a:srgbClr val="2D13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148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623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— Run / History / Compare tabs, polling for live convergence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98348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B20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5212080"/>
            <a:ext cx="411480" cy="411480"/>
          </a:xfrm>
          <a:prstGeom prst="ellipse">
            <a:avLst/>
          </a:prstGeom>
          <a:solidFill>
            <a:srgbClr val="2D13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5148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5623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stack runnable end-to-end via docker-compose 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TuneFlow  ·  AMD Developer Hackathon: ACT II — Unicorn Track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AMD PLATFORMS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decision runs on Fireworks AI, on AMD GPUs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Fireworks AI is the inference layer behind every diagnosis and every tuning decision in TuneFlow — and Fireworks serves its models on AMD GPUs. Different call sites use different model roles, matched to how hard that call site's decision actually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2D130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Agent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4A1F0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57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FIREWORKS_TEXT_MODEL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initial / targeted config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2926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2D130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Agent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11880" y="36576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4A1F02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3657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FIREWORKS_OPTIMIZER_MODEL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1188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reasoning — tradeoff decisions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2D130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(vision)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4A1F0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657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FIREWORKS_VISION_MODEL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rendered performance charts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2926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2D130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9720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god-agent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89720" y="36576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4A1F02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3657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FIREWORKS_TEXT_MODEL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8972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diagnose + propose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TuneFlow  ·  AMD Developer Hackathon: ACT II — Unicorn Track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MARKET POTENTIAL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2D13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NOT BUILT FOR THIS SUBMISSION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B2030"/>
          </a:solidFill>
          <a:ln w="12700">
            <a:solidFill>
              <a:srgbClr val="2D354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3347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B2030"/>
          </a:solidFill>
          <a:ln w="12700">
            <a:solidFill>
              <a:srgbClr val="2D354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92608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copy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2803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B2030"/>
          </a:solidFill>
          <a:ln w="12700">
            <a:solidFill>
              <a:srgbClr val="2D354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12064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loop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2259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23760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B2030"/>
          </a:solidFill>
          <a:ln w="12700">
            <a:solidFill>
              <a:srgbClr val="2D354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31520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 with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evidence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1715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0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B2030"/>
          </a:solidFill>
          <a:ln w="12700">
            <a:solidFill>
              <a:srgbClr val="2D354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50976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drift report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fixed workload today: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“right” pool size, timeout, and cache TTL differ by environment and traffic pattern. This demo deliberately tunes one service under one fixed workload (~20-minute run) to keep a hackathon demo tight — a real product re-tunes continuously as conditions change.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TuneFlow  ·  AMD Developer Hackathon: ACT II — Unicorn Track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TREND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503920" y="3474720"/>
            <a:ext cx="640080" cy="-50292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971800"/>
            <a:ext cx="640080" cy="-32004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2651760"/>
            <a:ext cx="640080" cy="-411480"/>
          </a:xfrm>
          <a:prstGeom prst="line">
            <a:avLst/>
          </a:prstGeom>
          <a:noFill/>
          <a:ln w="508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1762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6132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TuneFlow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8368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optimizes backend configuration — proven against real load tests, not simulated numbers.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58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github.com/Levvvinnn/TuneFlow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360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 (see README)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Levin Shibu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TuneFlow — Autonomous Backend Performance Optimization</dc:title>
  <dc:subject>PptxGenJS Presentation</dc:subject>
  <dc:creator>Levin Shibu</dc:creator>
  <cp:lastModifiedBy>Levin Shibu</cp:lastModifiedBy>
  <cp:revision>1</cp:revision>
  <dcterms:created xsi:type="dcterms:W3CDTF">2026-06-26T13:35:08Z</dcterms:created>
  <dcterms:modified xsi:type="dcterms:W3CDTF">2026-06-26T13:35:08Z</dcterms:modified>
</cp:coreProperties>
</file>